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9" r:id="rId11"/>
    <p:sldId id="264" r:id="rId12"/>
    <p:sldId id="266" r:id="rId13"/>
    <p:sldId id="267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2FC63-0674-4469-899D-0628E40F1723}" v="40" dt="2026-02-22T15:45:11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. NAGA LAKSHMI" userId="1a2b4c906d01d397" providerId="LiveId" clId="{76C4C07F-FB32-45A7-B4A5-8F63B9F7DA31}"/>
    <pc:docChg chg="undo custSel addSld modSld sldOrd">
      <pc:chgData name="G. NAGA LAKSHMI" userId="1a2b4c906d01d397" providerId="LiveId" clId="{76C4C07F-FB32-45A7-B4A5-8F63B9F7DA31}" dt="2026-03-12T08:51:12.714" v="726" actId="1076"/>
      <pc:docMkLst>
        <pc:docMk/>
      </pc:docMkLst>
      <pc:sldChg chg="delSp modSp mod modClrScheme chgLayout">
        <pc:chgData name="G. NAGA LAKSHMI" userId="1a2b4c906d01d397" providerId="LiveId" clId="{76C4C07F-FB32-45A7-B4A5-8F63B9F7DA31}" dt="2026-02-24T05:29:02.447" v="725" actId="14100"/>
        <pc:sldMkLst>
          <pc:docMk/>
          <pc:sldMk cId="0" sldId="256"/>
        </pc:sldMkLst>
        <pc:spChg chg="mod ord">
          <ac:chgData name="G. NAGA LAKSHMI" userId="1a2b4c906d01d397" providerId="LiveId" clId="{76C4C07F-FB32-45A7-B4A5-8F63B9F7DA31}" dt="2026-02-24T05:29:02.447" v="725" actId="14100"/>
          <ac:spMkLst>
            <pc:docMk/>
            <pc:sldMk cId="0" sldId="256"/>
            <ac:spMk id="54" creationId="{00000000-0000-0000-0000-000000000000}"/>
          </ac:spMkLst>
        </pc:spChg>
      </pc:sldChg>
      <pc:sldChg chg="modSp mod">
        <pc:chgData name="G. NAGA LAKSHMI" userId="1a2b4c906d01d397" providerId="LiveId" clId="{76C4C07F-FB32-45A7-B4A5-8F63B9F7DA31}" dt="2026-03-12T08:51:12.714" v="726" actId="1076"/>
        <pc:sldMkLst>
          <pc:docMk/>
          <pc:sldMk cId="0" sldId="257"/>
        </pc:sldMkLst>
        <pc:spChg chg="mod">
          <ac:chgData name="G. NAGA LAKSHMI" userId="1a2b4c906d01d397" providerId="LiveId" clId="{76C4C07F-FB32-45A7-B4A5-8F63B9F7DA31}" dt="2026-03-12T08:51:12.714" v="726" actId="1076"/>
          <ac:spMkLst>
            <pc:docMk/>
            <pc:sldMk cId="0" sldId="257"/>
            <ac:spMk id="60" creationId="{00000000-0000-0000-0000-000000000000}"/>
          </ac:spMkLst>
        </pc:spChg>
        <pc:spChg chg="mod">
          <ac:chgData name="G. NAGA LAKSHMI" userId="1a2b4c906d01d397" providerId="LiveId" clId="{76C4C07F-FB32-45A7-B4A5-8F63B9F7DA31}" dt="2026-02-24T05:12:00.258" v="720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new mod">
        <pc:chgData name="G. NAGA LAKSHMI" userId="1a2b4c906d01d397" providerId="LiveId" clId="{76C4C07F-FB32-45A7-B4A5-8F63B9F7DA31}" dt="2026-02-22T14:16:10.534" v="102"/>
        <pc:sldMkLst>
          <pc:docMk/>
          <pc:sldMk cId="514242051" sldId="258"/>
        </pc:sldMkLst>
        <pc:spChg chg="mod">
          <ac:chgData name="G. NAGA LAKSHMI" userId="1a2b4c906d01d397" providerId="LiveId" clId="{76C4C07F-FB32-45A7-B4A5-8F63B9F7DA31}" dt="2026-02-22T14:15:54.805" v="99"/>
          <ac:spMkLst>
            <pc:docMk/>
            <pc:sldMk cId="514242051" sldId="258"/>
            <ac:spMk id="2" creationId="{C0D151CB-D620-2538-2F43-1086EFFC726D}"/>
          </ac:spMkLst>
        </pc:spChg>
        <pc:spChg chg="mod">
          <ac:chgData name="G. NAGA LAKSHMI" userId="1a2b4c906d01d397" providerId="LiveId" clId="{76C4C07F-FB32-45A7-B4A5-8F63B9F7DA31}" dt="2026-02-22T14:16:10.534" v="102"/>
          <ac:spMkLst>
            <pc:docMk/>
            <pc:sldMk cId="514242051" sldId="258"/>
            <ac:spMk id="3" creationId="{73AEB109-E41E-D631-8B2A-23B91865CE82}"/>
          </ac:spMkLst>
        </pc:spChg>
      </pc:sldChg>
      <pc:sldChg chg="modSp new mod">
        <pc:chgData name="G. NAGA LAKSHMI" userId="1a2b4c906d01d397" providerId="LiveId" clId="{76C4C07F-FB32-45A7-B4A5-8F63B9F7DA31}" dt="2026-02-21T16:41:29.493" v="72"/>
        <pc:sldMkLst>
          <pc:docMk/>
          <pc:sldMk cId="1386602860" sldId="259"/>
        </pc:sldMkLst>
        <pc:spChg chg="mod">
          <ac:chgData name="G. NAGA LAKSHMI" userId="1a2b4c906d01d397" providerId="LiveId" clId="{76C4C07F-FB32-45A7-B4A5-8F63B9F7DA31}" dt="2026-02-21T16:41:07.607" v="71" actId="27636"/>
          <ac:spMkLst>
            <pc:docMk/>
            <pc:sldMk cId="1386602860" sldId="259"/>
            <ac:spMk id="2" creationId="{B5C9E99F-1F85-DEB2-F50F-3429B97BDE58}"/>
          </ac:spMkLst>
        </pc:spChg>
        <pc:spChg chg="mod">
          <ac:chgData name="G. NAGA LAKSHMI" userId="1a2b4c906d01d397" providerId="LiveId" clId="{76C4C07F-FB32-45A7-B4A5-8F63B9F7DA31}" dt="2026-02-21T16:41:29.493" v="72"/>
          <ac:spMkLst>
            <pc:docMk/>
            <pc:sldMk cId="1386602860" sldId="259"/>
            <ac:spMk id="3" creationId="{9A93E570-04BD-A32C-4414-127674E68F39}"/>
          </ac:spMkLst>
        </pc:spChg>
      </pc:sldChg>
      <pc:sldChg chg="modSp new mod">
        <pc:chgData name="G. NAGA LAKSHMI" userId="1a2b4c906d01d397" providerId="LiveId" clId="{76C4C07F-FB32-45A7-B4A5-8F63B9F7DA31}" dt="2026-02-22T14:17:43.568" v="235" actId="5793"/>
        <pc:sldMkLst>
          <pc:docMk/>
          <pc:sldMk cId="1989790106" sldId="260"/>
        </pc:sldMkLst>
        <pc:spChg chg="mod">
          <ac:chgData name="G. NAGA LAKSHMI" userId="1a2b4c906d01d397" providerId="LiveId" clId="{76C4C07F-FB32-45A7-B4A5-8F63B9F7DA31}" dt="2026-02-21T16:42:54.217" v="75" actId="27636"/>
          <ac:spMkLst>
            <pc:docMk/>
            <pc:sldMk cId="1989790106" sldId="260"/>
            <ac:spMk id="2" creationId="{4141C31F-7226-AC7C-C334-821A5793F872}"/>
          </ac:spMkLst>
        </pc:spChg>
        <pc:spChg chg="mod">
          <ac:chgData name="G. NAGA LAKSHMI" userId="1a2b4c906d01d397" providerId="LiveId" clId="{76C4C07F-FB32-45A7-B4A5-8F63B9F7DA31}" dt="2026-02-22T14:17:43.568" v="235" actId="5793"/>
          <ac:spMkLst>
            <pc:docMk/>
            <pc:sldMk cId="1989790106" sldId="260"/>
            <ac:spMk id="3" creationId="{93094E2C-6F99-7DA8-8DC4-14A3C5FBA346}"/>
          </ac:spMkLst>
        </pc:spChg>
      </pc:sldChg>
      <pc:sldChg chg="modSp new mod">
        <pc:chgData name="G. NAGA LAKSHMI" userId="1a2b4c906d01d397" providerId="LiveId" clId="{76C4C07F-FB32-45A7-B4A5-8F63B9F7DA31}" dt="2026-02-22T14:18:57.921" v="307" actId="27636"/>
        <pc:sldMkLst>
          <pc:docMk/>
          <pc:sldMk cId="3585847208" sldId="261"/>
        </pc:sldMkLst>
        <pc:spChg chg="mod">
          <ac:chgData name="G. NAGA LAKSHMI" userId="1a2b4c906d01d397" providerId="LiveId" clId="{76C4C07F-FB32-45A7-B4A5-8F63B9F7DA31}" dt="2026-02-21T16:44:10.817" v="80" actId="27636"/>
          <ac:spMkLst>
            <pc:docMk/>
            <pc:sldMk cId="3585847208" sldId="261"/>
            <ac:spMk id="2" creationId="{4BCD51EE-D130-111E-6E58-4ED03D539EC5}"/>
          </ac:spMkLst>
        </pc:spChg>
        <pc:spChg chg="mod">
          <ac:chgData name="G. NAGA LAKSHMI" userId="1a2b4c906d01d397" providerId="LiveId" clId="{76C4C07F-FB32-45A7-B4A5-8F63B9F7DA31}" dt="2026-02-22T14:18:57.921" v="307" actId="27636"/>
          <ac:spMkLst>
            <pc:docMk/>
            <pc:sldMk cId="3585847208" sldId="261"/>
            <ac:spMk id="3" creationId="{114400DE-2FB0-5194-0B6E-8423AD8DA67F}"/>
          </ac:spMkLst>
        </pc:spChg>
      </pc:sldChg>
      <pc:sldChg chg="addSp modSp new mod">
        <pc:chgData name="G. NAGA LAKSHMI" userId="1a2b4c906d01d397" providerId="LiveId" clId="{76C4C07F-FB32-45A7-B4A5-8F63B9F7DA31}" dt="2026-02-22T15:43:59.931" v="523" actId="14100"/>
        <pc:sldMkLst>
          <pc:docMk/>
          <pc:sldMk cId="2494237703" sldId="262"/>
        </pc:sldMkLst>
        <pc:spChg chg="mod">
          <ac:chgData name="G. NAGA LAKSHMI" userId="1a2b4c906d01d397" providerId="LiveId" clId="{76C4C07F-FB32-45A7-B4A5-8F63B9F7DA31}" dt="2026-02-22T14:22:13.366" v="430"/>
          <ac:spMkLst>
            <pc:docMk/>
            <pc:sldMk cId="2494237703" sldId="262"/>
            <ac:spMk id="2" creationId="{E0B0139F-E0E9-6841-CC8B-99734B8A91CB}"/>
          </ac:spMkLst>
        </pc:spChg>
        <pc:spChg chg="mod">
          <ac:chgData name="G. NAGA LAKSHMI" userId="1a2b4c906d01d397" providerId="LiveId" clId="{76C4C07F-FB32-45A7-B4A5-8F63B9F7DA31}" dt="2026-02-22T14:21:44.800" v="395" actId="20577"/>
          <ac:spMkLst>
            <pc:docMk/>
            <pc:sldMk cId="2494237703" sldId="262"/>
            <ac:spMk id="3" creationId="{D71725F1-3219-DD5C-6073-73640584CFB8}"/>
          </ac:spMkLst>
        </pc:spChg>
        <pc:picChg chg="add mod">
          <ac:chgData name="G. NAGA LAKSHMI" userId="1a2b4c906d01d397" providerId="LiveId" clId="{76C4C07F-FB32-45A7-B4A5-8F63B9F7DA31}" dt="2026-02-22T15:43:59.931" v="523" actId="14100"/>
          <ac:picMkLst>
            <pc:docMk/>
            <pc:sldMk cId="2494237703" sldId="262"/>
            <ac:picMk id="5" creationId="{649F4918-769C-68D0-5B93-6CAF0B94725E}"/>
          </ac:picMkLst>
        </pc:picChg>
      </pc:sldChg>
      <pc:sldChg chg="addSp delSp modSp new mod">
        <pc:chgData name="G. NAGA LAKSHMI" userId="1a2b4c906d01d397" providerId="LiveId" clId="{76C4C07F-FB32-45A7-B4A5-8F63B9F7DA31}" dt="2026-02-22T15:50:24.608" v="717" actId="5793"/>
        <pc:sldMkLst>
          <pc:docMk/>
          <pc:sldMk cId="774231067" sldId="263"/>
        </pc:sldMkLst>
        <pc:spChg chg="mod">
          <ac:chgData name="G. NAGA LAKSHMI" userId="1a2b4c906d01d397" providerId="LiveId" clId="{76C4C07F-FB32-45A7-B4A5-8F63B9F7DA31}" dt="2026-02-22T14:22:24.811" v="431"/>
          <ac:spMkLst>
            <pc:docMk/>
            <pc:sldMk cId="774231067" sldId="263"/>
            <ac:spMk id="2" creationId="{9EFC46E6-77EA-1D2F-FC3F-A1A92A5BB85A}"/>
          </ac:spMkLst>
        </pc:spChg>
        <pc:spChg chg="add del mod">
          <ac:chgData name="G. NAGA LAKSHMI" userId="1a2b4c906d01d397" providerId="LiveId" clId="{76C4C07F-FB32-45A7-B4A5-8F63B9F7DA31}" dt="2026-02-22T15:50:24.608" v="717" actId="5793"/>
          <ac:spMkLst>
            <pc:docMk/>
            <pc:sldMk cId="774231067" sldId="263"/>
            <ac:spMk id="3" creationId="{A022116E-DF3D-C581-87E4-A647CA4FD777}"/>
          </ac:spMkLst>
        </pc:spChg>
      </pc:sldChg>
      <pc:sldChg chg="addSp modSp new mod">
        <pc:chgData name="G. NAGA LAKSHMI" userId="1a2b4c906d01d397" providerId="LiveId" clId="{76C4C07F-FB32-45A7-B4A5-8F63B9F7DA31}" dt="2026-02-22T15:47:40.552" v="553" actId="1076"/>
        <pc:sldMkLst>
          <pc:docMk/>
          <pc:sldMk cId="3905013445" sldId="264"/>
        </pc:sldMkLst>
        <pc:spChg chg="mod">
          <ac:chgData name="G. NAGA LAKSHMI" userId="1a2b4c906d01d397" providerId="LiveId" clId="{76C4C07F-FB32-45A7-B4A5-8F63B9F7DA31}" dt="2026-02-22T14:23:37.855" v="463"/>
          <ac:spMkLst>
            <pc:docMk/>
            <pc:sldMk cId="3905013445" sldId="264"/>
            <ac:spMk id="2" creationId="{56D76308-7534-4791-41F0-6E71EE197120}"/>
          </ac:spMkLst>
        </pc:spChg>
        <pc:spChg chg="mod">
          <ac:chgData name="G. NAGA LAKSHMI" userId="1a2b4c906d01d397" providerId="LiveId" clId="{76C4C07F-FB32-45A7-B4A5-8F63B9F7DA31}" dt="2026-02-22T14:23:52.261" v="464"/>
          <ac:spMkLst>
            <pc:docMk/>
            <pc:sldMk cId="3905013445" sldId="264"/>
            <ac:spMk id="3" creationId="{83633E50-57B3-36A0-8B47-4E3456630A06}"/>
          </ac:spMkLst>
        </pc:spChg>
        <pc:picChg chg="add mod">
          <ac:chgData name="G. NAGA LAKSHMI" userId="1a2b4c906d01d397" providerId="LiveId" clId="{76C4C07F-FB32-45A7-B4A5-8F63B9F7DA31}" dt="2026-02-22T15:47:36.387" v="552" actId="14100"/>
          <ac:picMkLst>
            <pc:docMk/>
            <pc:sldMk cId="3905013445" sldId="264"/>
            <ac:picMk id="5" creationId="{7C789790-7B4D-019F-E5EB-3C09FFFE00C2}"/>
          </ac:picMkLst>
        </pc:picChg>
        <pc:picChg chg="add mod">
          <ac:chgData name="G. NAGA LAKSHMI" userId="1a2b4c906d01d397" providerId="LiveId" clId="{76C4C07F-FB32-45A7-B4A5-8F63B9F7DA31}" dt="2026-02-22T15:47:40.552" v="553" actId="1076"/>
          <ac:picMkLst>
            <pc:docMk/>
            <pc:sldMk cId="3905013445" sldId="264"/>
            <ac:picMk id="7" creationId="{EBB244F0-9BD2-0B0B-7F41-1A4CDE83085F}"/>
          </ac:picMkLst>
        </pc:picChg>
      </pc:sldChg>
      <pc:sldChg chg="addSp delSp modSp new mod">
        <pc:chgData name="G. NAGA LAKSHMI" userId="1a2b4c906d01d397" providerId="LiveId" clId="{76C4C07F-FB32-45A7-B4A5-8F63B9F7DA31}" dt="2026-02-22T14:27:23.540" v="482"/>
        <pc:sldMkLst>
          <pc:docMk/>
          <pc:sldMk cId="2612421093" sldId="265"/>
        </pc:sldMkLst>
        <pc:spChg chg="mod">
          <ac:chgData name="G. NAGA LAKSHMI" userId="1a2b4c906d01d397" providerId="LiveId" clId="{76C4C07F-FB32-45A7-B4A5-8F63B9F7DA31}" dt="2026-02-22T14:27:13.459" v="481"/>
          <ac:spMkLst>
            <pc:docMk/>
            <pc:sldMk cId="2612421093" sldId="265"/>
            <ac:spMk id="2" creationId="{B0C0F7B5-9B93-4548-FE8A-5A0EE43F57E4}"/>
          </ac:spMkLst>
        </pc:spChg>
        <pc:spChg chg="mod">
          <ac:chgData name="G. NAGA LAKSHMI" userId="1a2b4c906d01d397" providerId="LiveId" clId="{76C4C07F-FB32-45A7-B4A5-8F63B9F7DA31}" dt="2026-02-22T14:27:23.540" v="482"/>
          <ac:spMkLst>
            <pc:docMk/>
            <pc:sldMk cId="2612421093" sldId="265"/>
            <ac:spMk id="3" creationId="{6EE2DE60-A956-F6A5-75B7-9B5DBD127A28}"/>
          </ac:spMkLst>
        </pc:spChg>
      </pc:sldChg>
      <pc:sldChg chg="modSp new mod">
        <pc:chgData name="G. NAGA LAKSHMI" userId="1a2b4c906d01d397" providerId="LiveId" clId="{76C4C07F-FB32-45A7-B4A5-8F63B9F7DA31}" dt="2026-02-22T14:25:15.306" v="470"/>
        <pc:sldMkLst>
          <pc:docMk/>
          <pc:sldMk cId="660866745" sldId="266"/>
        </pc:sldMkLst>
        <pc:spChg chg="mod">
          <ac:chgData name="G. NAGA LAKSHMI" userId="1a2b4c906d01d397" providerId="LiveId" clId="{76C4C07F-FB32-45A7-B4A5-8F63B9F7DA31}" dt="2026-02-22T14:25:05.069" v="468" actId="27636"/>
          <ac:spMkLst>
            <pc:docMk/>
            <pc:sldMk cId="660866745" sldId="266"/>
            <ac:spMk id="2" creationId="{C2D3FD47-F4A0-B5E5-DCA2-6C0191002653}"/>
          </ac:spMkLst>
        </pc:spChg>
        <pc:spChg chg="mod">
          <ac:chgData name="G. NAGA LAKSHMI" userId="1a2b4c906d01d397" providerId="LiveId" clId="{76C4C07F-FB32-45A7-B4A5-8F63B9F7DA31}" dt="2026-02-22T14:25:15.306" v="470"/>
          <ac:spMkLst>
            <pc:docMk/>
            <pc:sldMk cId="660866745" sldId="266"/>
            <ac:spMk id="3" creationId="{A964DB0B-99AC-C887-2A6E-5FFD90F2014A}"/>
          </ac:spMkLst>
        </pc:spChg>
      </pc:sldChg>
      <pc:sldChg chg="modSp new mod">
        <pc:chgData name="G. NAGA LAKSHMI" userId="1a2b4c906d01d397" providerId="LiveId" clId="{76C4C07F-FB32-45A7-B4A5-8F63B9F7DA31}" dt="2026-02-22T14:25:53.798" v="474"/>
        <pc:sldMkLst>
          <pc:docMk/>
          <pc:sldMk cId="339882070" sldId="267"/>
        </pc:sldMkLst>
        <pc:spChg chg="mod">
          <ac:chgData name="G. NAGA LAKSHMI" userId="1a2b4c906d01d397" providerId="LiveId" clId="{76C4C07F-FB32-45A7-B4A5-8F63B9F7DA31}" dt="2026-02-22T14:25:44.724" v="473" actId="27636"/>
          <ac:spMkLst>
            <pc:docMk/>
            <pc:sldMk cId="339882070" sldId="267"/>
            <ac:spMk id="2" creationId="{61398DD1-D973-C783-B960-07EFDCC91427}"/>
          </ac:spMkLst>
        </pc:spChg>
        <pc:spChg chg="mod">
          <ac:chgData name="G. NAGA LAKSHMI" userId="1a2b4c906d01d397" providerId="LiveId" clId="{76C4C07F-FB32-45A7-B4A5-8F63B9F7DA31}" dt="2026-02-22T14:25:53.798" v="474"/>
          <ac:spMkLst>
            <pc:docMk/>
            <pc:sldMk cId="339882070" sldId="267"/>
            <ac:spMk id="3" creationId="{2B7CD9B9-C6C4-E54B-B2E3-C77A5BE6544C}"/>
          </ac:spMkLst>
        </pc:spChg>
      </pc:sldChg>
      <pc:sldChg chg="modSp new mod">
        <pc:chgData name="G. NAGA LAKSHMI" userId="1a2b4c906d01d397" providerId="LiveId" clId="{76C4C07F-FB32-45A7-B4A5-8F63B9F7DA31}" dt="2026-02-22T14:26:37.699" v="478"/>
        <pc:sldMkLst>
          <pc:docMk/>
          <pc:sldMk cId="2537952088" sldId="268"/>
        </pc:sldMkLst>
        <pc:spChg chg="mod">
          <ac:chgData name="G. NAGA LAKSHMI" userId="1a2b4c906d01d397" providerId="LiveId" clId="{76C4C07F-FB32-45A7-B4A5-8F63B9F7DA31}" dt="2026-02-22T14:26:11.653" v="477" actId="27636"/>
          <ac:spMkLst>
            <pc:docMk/>
            <pc:sldMk cId="2537952088" sldId="268"/>
            <ac:spMk id="2" creationId="{2D6EC13A-6402-E743-22A5-A0BF2DADE5CD}"/>
          </ac:spMkLst>
        </pc:spChg>
        <pc:spChg chg="mod">
          <ac:chgData name="G. NAGA LAKSHMI" userId="1a2b4c906d01d397" providerId="LiveId" clId="{76C4C07F-FB32-45A7-B4A5-8F63B9F7DA31}" dt="2026-02-22T14:26:37.699" v="478"/>
          <ac:spMkLst>
            <pc:docMk/>
            <pc:sldMk cId="2537952088" sldId="268"/>
            <ac:spMk id="3" creationId="{3A4057F0-61DA-FBD7-F6F4-3ED1D24270AE}"/>
          </ac:spMkLst>
        </pc:spChg>
      </pc:sldChg>
      <pc:sldChg chg="addSp modSp new mod ord">
        <pc:chgData name="G. NAGA LAKSHMI" userId="1a2b4c906d01d397" providerId="LiveId" clId="{76C4C07F-FB32-45A7-B4A5-8F63B9F7DA31}" dt="2026-02-22T15:46:14.050" v="545"/>
        <pc:sldMkLst>
          <pc:docMk/>
          <pc:sldMk cId="1329425487" sldId="269"/>
        </pc:sldMkLst>
        <pc:spChg chg="mod">
          <ac:chgData name="G. NAGA LAKSHMI" userId="1a2b4c906d01d397" providerId="LiveId" clId="{76C4C07F-FB32-45A7-B4A5-8F63B9F7DA31}" dt="2026-02-22T15:45:09.820" v="535" actId="20577"/>
          <ac:spMkLst>
            <pc:docMk/>
            <pc:sldMk cId="1329425487" sldId="269"/>
            <ac:spMk id="2" creationId="{548B6321-37B7-8432-2460-46B00BBA0A20}"/>
          </ac:spMkLst>
        </pc:spChg>
        <pc:spChg chg="mod">
          <ac:chgData name="G. NAGA LAKSHMI" userId="1a2b4c906d01d397" providerId="LiveId" clId="{76C4C07F-FB32-45A7-B4A5-8F63B9F7DA31}" dt="2026-02-22T15:45:29.679" v="540" actId="14100"/>
          <ac:spMkLst>
            <pc:docMk/>
            <pc:sldMk cId="1329425487" sldId="269"/>
            <ac:spMk id="3" creationId="{F7DB0CDB-4529-8FBC-0F50-01EE133BC96F}"/>
          </ac:spMkLst>
        </pc:spChg>
        <pc:picChg chg="add mod">
          <ac:chgData name="G. NAGA LAKSHMI" userId="1a2b4c906d01d397" providerId="LiveId" clId="{76C4C07F-FB32-45A7-B4A5-8F63B9F7DA31}" dt="2026-02-22T15:45:44.511" v="543" actId="14100"/>
          <ac:picMkLst>
            <pc:docMk/>
            <pc:sldMk cId="1329425487" sldId="269"/>
            <ac:picMk id="7" creationId="{50328AA6-57B2-44A1-025D-D3D6A45F9A5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64f95a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64f95a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598247" y="1167160"/>
            <a:ext cx="7947506" cy="14045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DUBAI HOUSE PRICE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084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just"/>
            <a:r>
              <a:rPr lang="en-IN" dirty="0"/>
              <a:t>Contents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IN" dirty="0"/>
              <a:t>Executive Summary</a:t>
            </a:r>
          </a:p>
          <a:p>
            <a:r>
              <a:rPr lang="en-IN" dirty="0"/>
              <a:t>Objective </a:t>
            </a:r>
          </a:p>
          <a:p>
            <a:r>
              <a:rPr lang="en-IN" dirty="0"/>
              <a:t>Dataset Overview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Data Preparation &amp; Cleaning</a:t>
            </a:r>
          </a:p>
          <a:p>
            <a:r>
              <a:rPr lang="en-IN" dirty="0"/>
              <a:t>Data Model &amp; Calculated Fields</a:t>
            </a:r>
          </a:p>
          <a:p>
            <a:r>
              <a:rPr lang="en-IN" dirty="0"/>
              <a:t>Key Performance Indicators (KPIs)</a:t>
            </a:r>
          </a:p>
          <a:p>
            <a:r>
              <a:rPr lang="en-IN" dirty="0"/>
              <a:t>Dashboard Visualizations</a:t>
            </a:r>
          </a:p>
          <a:p>
            <a:r>
              <a:rPr lang="en-IN" dirty="0"/>
              <a:t>Interactivity Features</a:t>
            </a:r>
          </a:p>
          <a:p>
            <a:r>
              <a:rPr lang="en-IN" dirty="0"/>
              <a:t>Insights &amp; Findings</a:t>
            </a:r>
          </a:p>
          <a:p>
            <a:r>
              <a:rPr lang="en-IN" dirty="0"/>
              <a:t>Business Recommendations</a:t>
            </a:r>
          </a:p>
          <a:p>
            <a:r>
              <a:rPr lang="en-IN" dirty="0"/>
              <a:t>Conclusion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51CB-D620-2538-2F43-1086EFFC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EB109-E41E-D631-8B2A-23B91865C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delivers a comprehensive real estate analytics dashboard designed to support strategic decision-making in Dubai’s property market.</a:t>
            </a:r>
          </a:p>
          <a:p>
            <a:r>
              <a:rPr lang="en-US" dirty="0"/>
              <a:t>The dashboard provides:</a:t>
            </a:r>
          </a:p>
          <a:p>
            <a:r>
              <a:rPr lang="en-US" dirty="0"/>
              <a:t>Market pricing trends</a:t>
            </a:r>
          </a:p>
          <a:p>
            <a:r>
              <a:rPr lang="en-US" dirty="0"/>
              <a:t>Location-based performance</a:t>
            </a:r>
          </a:p>
          <a:p>
            <a:r>
              <a:rPr lang="en-US" dirty="0"/>
              <a:t>Property demand analysis</a:t>
            </a:r>
          </a:p>
          <a:p>
            <a:r>
              <a:rPr lang="en-US" dirty="0"/>
              <a:t>Developer performance insights</a:t>
            </a:r>
          </a:p>
          <a:p>
            <a:r>
              <a:rPr lang="en-US" dirty="0"/>
              <a:t>It enables stakeholders to make data-backed investment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242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E99F-1F85-DEB2-F50F-3429B97B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3E570-04BD-A32C-4414-127674E68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objectives of this project are:</a:t>
            </a:r>
          </a:p>
          <a:p>
            <a:r>
              <a:rPr lang="en-US" dirty="0"/>
              <a:t>To analyze property price distribution across different locations.</a:t>
            </a:r>
          </a:p>
          <a:p>
            <a:r>
              <a:rPr lang="en-US" dirty="0"/>
              <a:t>To identify high-demand property types and bedroom configurations.</a:t>
            </a:r>
          </a:p>
          <a:p>
            <a:r>
              <a:rPr lang="en-US" dirty="0"/>
              <a:t>To evaluate price per square foot for better investment decisions.</a:t>
            </a:r>
          </a:p>
          <a:p>
            <a:r>
              <a:rPr lang="en-US" dirty="0"/>
              <a:t>To study developer performance and market share.</a:t>
            </a:r>
          </a:p>
          <a:p>
            <a:r>
              <a:rPr lang="en-US" dirty="0"/>
              <a:t>To build an interactive dashboard for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602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F7B5-9B93-4548-FE8A-5A0EE43F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2DE60-A956-F6A5-75B7-9B5DBD127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Dubai real estate market is vast and dynamic, with thousands of property listings across different locations, property types, and price ranges.</a:t>
            </a:r>
          </a:p>
          <a:p>
            <a:r>
              <a:rPr lang="en-US" dirty="0"/>
              <a:t>However:</a:t>
            </a:r>
          </a:p>
          <a:p>
            <a:r>
              <a:rPr lang="en-US" dirty="0"/>
              <a:t>Investors struggle to identify profitable locations.</a:t>
            </a:r>
          </a:p>
          <a:p>
            <a:r>
              <a:rPr lang="en-US" dirty="0"/>
              <a:t>Buyers find it difficult to compare property values.</a:t>
            </a:r>
          </a:p>
          <a:p>
            <a:r>
              <a:rPr lang="en-US" dirty="0"/>
              <a:t>Agents lack a clear view of demand trends.</a:t>
            </a:r>
          </a:p>
          <a:p>
            <a:r>
              <a:rPr lang="en-US" dirty="0"/>
              <a:t>Raw data alone does not provide meaningful insights.</a:t>
            </a:r>
          </a:p>
          <a:p>
            <a:r>
              <a:rPr lang="en-US" dirty="0"/>
              <a:t>There is a need for an interactive and analytical dashboard that transforms raw housing data into clear, actionable insights for better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421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C31F-7226-AC7C-C334-821A5793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94E2C-6F99-7DA8-8DC4-14A3C5FBA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dataset consists of Dubai housing property listings.</a:t>
            </a:r>
          </a:p>
          <a:p>
            <a:pPr marL="114300" indent="0">
              <a:buNone/>
            </a:pPr>
            <a:r>
              <a:rPr lang="en-US" b="1" dirty="0"/>
              <a:t>Key Attributes:</a:t>
            </a:r>
            <a:endParaRPr lang="en-US" dirty="0"/>
          </a:p>
          <a:p>
            <a:r>
              <a:rPr lang="en-US" dirty="0"/>
              <a:t>Price – Selling price (AED)</a:t>
            </a:r>
          </a:p>
          <a:p>
            <a:r>
              <a:rPr lang="en-US" dirty="0"/>
              <a:t>Bedrooms – Number of bedrooms</a:t>
            </a:r>
          </a:p>
          <a:p>
            <a:r>
              <a:rPr lang="en-US" dirty="0"/>
              <a:t>Bathrooms – Number of bathrooms</a:t>
            </a:r>
          </a:p>
          <a:p>
            <a:r>
              <a:rPr lang="en-US" dirty="0"/>
              <a:t>Size (</a:t>
            </a:r>
            <a:r>
              <a:rPr lang="en-US" dirty="0" err="1"/>
              <a:t>Sqft</a:t>
            </a:r>
            <a:r>
              <a:rPr lang="en-US" dirty="0"/>
              <a:t>) – Total property area</a:t>
            </a:r>
          </a:p>
          <a:p>
            <a:r>
              <a:rPr lang="en-US" dirty="0"/>
              <a:t>Property Type – Apartment, Villa, Townhouse</a:t>
            </a:r>
          </a:p>
          <a:p>
            <a:r>
              <a:rPr lang="en-US" dirty="0"/>
              <a:t>Year Built – Construction year</a:t>
            </a:r>
          </a:p>
          <a:p>
            <a:pPr marL="114300" indent="0">
              <a:buNone/>
            </a:pPr>
            <a:r>
              <a:rPr lang="en-US" dirty="0"/>
              <a:t>The dataset contains thousands of property records used for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79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51EE-D130-111E-6E58-4ED03D5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Preparation &amp;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400DE-2FB0-5194-0B6E-8423AD8DA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Steps Performed:</a:t>
            </a:r>
          </a:p>
          <a:p>
            <a:r>
              <a:rPr lang="en-US" dirty="0"/>
              <a:t>Removed duplicate records</a:t>
            </a:r>
          </a:p>
          <a:p>
            <a:r>
              <a:rPr lang="en-US" dirty="0"/>
              <a:t>Handled missing values</a:t>
            </a:r>
          </a:p>
          <a:p>
            <a:r>
              <a:rPr lang="en-US" dirty="0"/>
              <a:t>Corrected inconsistent text formats</a:t>
            </a:r>
          </a:p>
          <a:p>
            <a:r>
              <a:rPr lang="en-US" dirty="0"/>
              <a:t>Converted price and size columns to numeric format</a:t>
            </a:r>
          </a:p>
          <a:p>
            <a:r>
              <a:rPr lang="en-US" dirty="0"/>
              <a:t>Verified data accuracy</a:t>
            </a:r>
          </a:p>
          <a:p>
            <a:pPr marL="114300" indent="0">
              <a:buNone/>
            </a:pPr>
            <a:r>
              <a:rPr lang="en-US" b="1" dirty="0"/>
              <a:t>Calculated Fields Created:</a:t>
            </a:r>
          </a:p>
          <a:p>
            <a:r>
              <a:rPr lang="en-US" dirty="0"/>
              <a:t>Price per </a:t>
            </a:r>
            <a:r>
              <a:rPr lang="en-US" dirty="0" err="1"/>
              <a:t>Sqft</a:t>
            </a:r>
            <a:r>
              <a:rPr lang="en-US" dirty="0"/>
              <a:t> = Price ÷ Size</a:t>
            </a:r>
          </a:p>
          <a:p>
            <a:r>
              <a:rPr lang="en-US" dirty="0"/>
              <a:t>Property Age = 2025 – Year Built</a:t>
            </a:r>
          </a:p>
          <a:p>
            <a:r>
              <a:rPr lang="en-US" dirty="0"/>
              <a:t>Listing Category = Budget / Mid-Range / High-End.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84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139F-E0E9-6841-CC8B-99734B8A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Key Performance Indicators (KPIs)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725F1-3219-DD5C-6073-73640584C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Listings</a:t>
            </a:r>
          </a:p>
          <a:p>
            <a:r>
              <a:rPr lang="en-US" dirty="0"/>
              <a:t>Average Price</a:t>
            </a:r>
          </a:p>
          <a:p>
            <a:r>
              <a:rPr lang="en-US" dirty="0"/>
              <a:t>Average Size (</a:t>
            </a:r>
            <a:r>
              <a:rPr lang="en-US" dirty="0" err="1"/>
              <a:t>Sqft</a:t>
            </a:r>
            <a:r>
              <a:rPr lang="en-US" dirty="0"/>
              <a:t>)</a:t>
            </a:r>
          </a:p>
          <a:p>
            <a:r>
              <a:rPr lang="en-US" dirty="0"/>
              <a:t>Highest Priced Property</a:t>
            </a:r>
          </a:p>
          <a:p>
            <a:r>
              <a:rPr lang="en-US" dirty="0"/>
              <a:t>Average Price per </a:t>
            </a:r>
            <a:r>
              <a:rPr lang="en-US" dirty="0" err="1"/>
              <a:t>Sqft</a:t>
            </a:r>
            <a:endParaRPr lang="en-US" dirty="0"/>
          </a:p>
          <a:p>
            <a:r>
              <a:rPr lang="en-US" dirty="0"/>
              <a:t>These KPIs provide a quick summary of the real estate market.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F4918-769C-68D0-5B93-6CAF0B947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48" y="3308195"/>
            <a:ext cx="7359805" cy="139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3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46E6-77EA-1D2F-FC3F-A1A92A5B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Dashboard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2116E-DF3D-C581-87E4-A647CA4FD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includes:</a:t>
            </a:r>
          </a:p>
          <a:p>
            <a:r>
              <a:rPr lang="en-US" dirty="0"/>
              <a:t>Bar Chart – Price by property type</a:t>
            </a:r>
          </a:p>
          <a:p>
            <a:r>
              <a:rPr lang="en-US" dirty="0"/>
              <a:t>Stacked Column Chart – Listings by bedrooms</a:t>
            </a:r>
          </a:p>
          <a:p>
            <a:r>
              <a:rPr lang="en-US" dirty="0"/>
              <a:t>Line Chart – Price trend over time</a:t>
            </a:r>
          </a:p>
          <a:p>
            <a:r>
              <a:rPr lang="en-US" dirty="0"/>
              <a:t>Pie Chart-Listing Category</a:t>
            </a:r>
          </a:p>
          <a:p>
            <a:r>
              <a:rPr lang="en-US" dirty="0"/>
              <a:t>Donet Chart- Property Age </a:t>
            </a:r>
          </a:p>
          <a:p>
            <a:pPr marL="114300" indent="0">
              <a:buNone/>
            </a:pPr>
            <a:r>
              <a:rPr lang="en-US" dirty="0"/>
              <a:t>Each visualization helps in understanding market trends clearly.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23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6321-37B7-8432-2460-46B00BBA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B0CDB-4529-8FBC-0F50-01EE133BC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90274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28AA6-57B2-44A1-025D-D3D6A45F9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4"/>
            <a:ext cx="8520601" cy="390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2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6308-7534-4791-41F0-6E71EE19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Interactivity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33E50-57B3-36A0-8B47-4E3456630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improve user experience, interactive elements were added:</a:t>
            </a:r>
          </a:p>
          <a:p>
            <a:r>
              <a:rPr lang="en-US" dirty="0"/>
              <a:t>Slicers (Bedrooms, Property Type, Location, Price Range)</a:t>
            </a:r>
          </a:p>
          <a:p>
            <a:r>
              <a:rPr lang="en-US" dirty="0"/>
              <a:t>Dynamic filtering</a:t>
            </a:r>
          </a:p>
          <a:p>
            <a:r>
              <a:rPr lang="en-US" dirty="0"/>
              <a:t>Drill-through for detailed property view</a:t>
            </a:r>
          </a:p>
          <a:p>
            <a:r>
              <a:rPr lang="en-US" dirty="0"/>
              <a:t>Tooltips showing price per </a:t>
            </a:r>
            <a:r>
              <a:rPr lang="en-US" dirty="0" err="1"/>
              <a:t>sqft</a:t>
            </a:r>
            <a:endParaRPr lang="en-US" dirty="0"/>
          </a:p>
          <a:p>
            <a:r>
              <a:rPr lang="en-US" dirty="0"/>
              <a:t>These features allow users to explore the data easily.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89790-7B4D-019F-E5EB-3C09FFFE0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0" y="3248722"/>
            <a:ext cx="8913542" cy="892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B244F0-9BD2-0B0B-7F41-1A4CDE830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288" y="4298369"/>
            <a:ext cx="1781424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13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FD47-F4A0-B5E5-DCA2-6C019100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Insights &amp; Findings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4DB0B-99AC-C887-2A6E-5FFD90F20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findings from the analysis:</a:t>
            </a:r>
          </a:p>
          <a:p>
            <a:r>
              <a:rPr lang="en-US" dirty="0"/>
              <a:t>Premium locations have higher average prices.</a:t>
            </a:r>
          </a:p>
          <a:p>
            <a:r>
              <a:rPr lang="en-US" dirty="0"/>
              <a:t>Apartments dominate the market in total listings.</a:t>
            </a:r>
          </a:p>
          <a:p>
            <a:r>
              <a:rPr lang="en-US" dirty="0"/>
              <a:t>Mid-range properties show stable demand.</a:t>
            </a:r>
          </a:p>
          <a:p>
            <a:r>
              <a:rPr lang="en-US" dirty="0"/>
              <a:t>Price per </a:t>
            </a:r>
            <a:r>
              <a:rPr lang="en-US" dirty="0" err="1"/>
              <a:t>sqft</a:t>
            </a:r>
            <a:r>
              <a:rPr lang="en-US" dirty="0"/>
              <a:t> varies significantly by location.</a:t>
            </a:r>
          </a:p>
          <a:p>
            <a:r>
              <a:rPr lang="en-US" dirty="0"/>
              <a:t>Certain developers dominate the high-end segment.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866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8DD1-D973-C783-B960-07EFDCC9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CD9B9-C6C4-E54B-B2E3-C77A5BE65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analysis:</a:t>
            </a:r>
          </a:p>
          <a:p>
            <a:r>
              <a:rPr lang="en-US" dirty="0"/>
              <a:t>Invest in mid-range properties for steady returns.</a:t>
            </a:r>
          </a:p>
          <a:p>
            <a:r>
              <a:rPr lang="en-US" dirty="0"/>
              <a:t>Focus on high-growth areas for long-term gains.</a:t>
            </a:r>
          </a:p>
          <a:p>
            <a:r>
              <a:rPr lang="en-US" dirty="0"/>
              <a:t>Compare price per </a:t>
            </a:r>
            <a:r>
              <a:rPr lang="en-US" dirty="0" err="1"/>
              <a:t>sqft</a:t>
            </a:r>
            <a:r>
              <a:rPr lang="en-US" dirty="0"/>
              <a:t> before purchasing.</a:t>
            </a:r>
          </a:p>
          <a:p>
            <a:r>
              <a:rPr lang="en-US" dirty="0"/>
              <a:t>Partner with top-performing developers.</a:t>
            </a:r>
          </a:p>
          <a:p>
            <a:r>
              <a:rPr lang="en-US" dirty="0"/>
              <a:t>Monitor location-based trends before investing.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82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C13A-6402-E743-22A5-A0BF2DAD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057F0-61DA-FBD7-F6F4-3ED1D2427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Dubai Real Estate Dashboard successfully transforms raw data into actionable insights.</a:t>
            </a:r>
          </a:p>
          <a:p>
            <a:r>
              <a:rPr lang="en-US" dirty="0"/>
              <a:t>It helps investors and agents understand pricing patterns, demand trends, and developer performance.</a:t>
            </a:r>
          </a:p>
          <a:p>
            <a:r>
              <a:rPr lang="en-US" dirty="0"/>
              <a:t>This project demonstrates how data analytics and Power BI can support smart real estate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79520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598</Words>
  <Application>Microsoft Office PowerPoint</Application>
  <PresentationFormat>On-screen Show (16:9)</PresentationFormat>
  <Paragraphs>99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DUBAI HOUSE PRICE</vt:lpstr>
      <vt:lpstr>Contents</vt:lpstr>
      <vt:lpstr>Executive Summary</vt:lpstr>
      <vt:lpstr>Objective</vt:lpstr>
      <vt:lpstr>Problem Statement</vt:lpstr>
      <vt:lpstr>Dataset Overview</vt:lpstr>
      <vt:lpstr>Data Preparation &amp; Cleaning</vt:lpstr>
      <vt:lpstr>Key Performance Indicators (KPIs)</vt:lpstr>
      <vt:lpstr>Dashboard Visualizations</vt:lpstr>
      <vt:lpstr>output</vt:lpstr>
      <vt:lpstr>Interactivity Features</vt:lpstr>
      <vt:lpstr>Insights &amp; Findings </vt:lpstr>
      <vt:lpstr>Business Recommendations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G. NAGA LAKSHMI</cp:lastModifiedBy>
  <cp:revision>1</cp:revision>
  <dcterms:modified xsi:type="dcterms:W3CDTF">2026-03-12T08:51:21Z</dcterms:modified>
</cp:coreProperties>
</file>